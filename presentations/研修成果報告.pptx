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研修成果報告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○○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本研修の最大の成果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「個」としての自分と</a:t>
            </a:r>
            <a:endParaRPr lang="en-US" sz="2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「社会人」としての自分の両立の難しさに気づいた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「楽しかったこと」「悩んだこと」二つの側面からお話しします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楽しかったこと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第二回の開発演習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要件以上の内容を自分で調べながら実装できた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技術を突き詰めること、新しい技術を身につけることに楽しさを見出した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第三回の開発演習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チームとしての成果を納期内に提出できた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自分一人ではなく、チームとして成功できたことに達成感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悩んだこと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第二回の開発演習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手伝ってほしいと言われても、正面から向き合えなかった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チームの成果物に関与できず、後悔が残った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第三回の開発演習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担当したかった機能を他メンバーに任せた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納期を選んだが、割り切ったつもりでも悔しさは残った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なぜ同じ現象で二つの感情があったのか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自分の中に二つの「自分」が存在していた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「個」としての自分　―　技術を突き詰めたい自分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「社会人」としての自分　―　チームの成功を優先する自分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どちらかを優先すると、どちらかがおざなりになる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両立が必要なことは理解している</a:t>
            </a:r>
            <a:endParaRPr lang="en-US" sz="1800" dirty="0"/>
          </a:p>
          <a:p>
            <a:pPr lvl="1" marL="508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しかし、どうしたら両立できるかは今の私にはわからない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これからどうしていくか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「個」としての自分の技術を徹底的に磨く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「社会人」としての自分を、先輩方を見習いながらプロジェクトに貢献させる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答えがわからないからこそ、その二つを現場でがむしゃらにやっていく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その先に、二つの自分が両立できる点を見つけていく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2026-07-23T15:12:29Z</dcterms:created>
  <dcterms:modified xsi:type="dcterms:W3CDTF">2026-07-23T15:12:29Z</dcterms:modified>
</cp:coreProperties>
</file>